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0" r:id="rId2"/>
    <p:sldMasterId id="2147483674" r:id="rId3"/>
  </p:sldMasterIdLst>
  <p:notesMasterIdLst>
    <p:notesMasterId r:id="rId11"/>
  </p:notesMasterIdLst>
  <p:sldIdLst>
    <p:sldId id="256" r:id="rId4"/>
    <p:sldId id="726" r:id="rId5"/>
    <p:sldId id="725" r:id="rId6"/>
    <p:sldId id="267" r:id="rId7"/>
    <p:sldId id="268" r:id="rId8"/>
    <p:sldId id="749" r:id="rId9"/>
    <p:sldId id="75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89"/>
    <p:restoredTop sz="87671"/>
  </p:normalViewPr>
  <p:slideViewPr>
    <p:cSldViewPr snapToGrid="0" snapToObjects="1">
      <p:cViewPr varScale="1">
        <p:scale>
          <a:sx n="111" d="100"/>
          <a:sy n="111" d="100"/>
        </p:scale>
        <p:origin x="1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69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2E994-B0ED-0A4E-A831-9F7B66D696A3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A4D2B-9145-8640-AE21-E479860AD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55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2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95F5-E156-6643-0C5C-FEE36915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50E5E-A698-2E56-DEEA-C6DBBBF30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BD7C9-AC5B-6C36-9730-DFC290DCE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CFE11-6486-7DD7-1609-F2F7DD1DC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38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C8004-FE60-34A2-6BEF-470F5DC0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31B97-D84A-C6FE-17CD-9041D2AB7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24148-9689-AEB7-9B46-6D466A85F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04B7C-B478-8B5E-1E04-921D65614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851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78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37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24386-1442-78E2-3F8A-2E8DB7261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35FDB-0A1C-7056-65F7-3EC49E51F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6FAD4-6CA8-6CF9-A61F-1FC479578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F5633-6A70-E59D-31B4-F061BF1A5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79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26D9B-6383-2F9C-3D02-B56D738ED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018B3-2929-EC21-E1F5-9EAA14A13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30A1D-BE4A-C77E-70B4-C6A042085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F126C-3A92-F252-4C22-519CD7D20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1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2470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Boats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626597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Turtl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91310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eafood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86468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Fish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67852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Dark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July 19, 2012</a:t>
            </a:r>
          </a:p>
        </p:txBody>
      </p:sp>
      <p:sp>
        <p:nvSpPr>
          <p:cNvPr id="7" name="Freeform 6"/>
          <p:cNvSpPr/>
          <p:nvPr/>
        </p:nvSpPr>
        <p:spPr>
          <a:xfrm>
            <a:off x="-12253" y="4417161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6514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DE65052-80B5-D141-90BA-19CA8E22EBCD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1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DE65052-80B5-D141-90BA-19CA8E22EBCD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0BC3-F8B0-AB46-907C-AD258F35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0836-6EFD-9544-9200-5470F99F8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01848-9FC8-AA44-A1AF-40D76470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5052-80B5-D141-90BA-19CA8E22EBCD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FB5FD-7D8B-D045-92A0-F7EF5FC97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2942A-35E5-DC4A-B220-4DA941DF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6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3FFE5A4-DFEE-4EDF-87CD-A33ADA52845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6C6FAA7-E426-4F7E-8C8A-64E11EFE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8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3FFE5A4-DFEE-4EDF-87CD-A33ADA52845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6C6FAA7-E426-4F7E-8C8A-64E11EFE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29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E5C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flipH="1" flipV="1">
            <a:off x="-1" y="-24487"/>
            <a:ext cx="12184781" cy="2515079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  <a:gd name="connsiteX0" fmla="*/ 2887 w 9170673"/>
              <a:gd name="connsiteY0" fmla="*/ 2375696 h 2508024"/>
              <a:gd name="connsiteX1" fmla="*/ 9170673 w 9170673"/>
              <a:gd name="connsiteY1" fmla="*/ 0 h 2508024"/>
              <a:gd name="connsiteX2" fmla="*/ 9169295 w 9170673"/>
              <a:gd name="connsiteY2" fmla="*/ 2508024 h 2508024"/>
              <a:gd name="connsiteX3" fmla="*/ 0 w 9170673"/>
              <a:gd name="connsiteY3" fmla="*/ 2457785 h 2508024"/>
              <a:gd name="connsiteX4" fmla="*/ 2887 w 9170673"/>
              <a:gd name="connsiteY4" fmla="*/ 2375696 h 2508024"/>
              <a:gd name="connsiteX0" fmla="*/ 0 w 9167786"/>
              <a:gd name="connsiteY0" fmla="*/ 2375696 h 2508024"/>
              <a:gd name="connsiteX1" fmla="*/ 9167786 w 9167786"/>
              <a:gd name="connsiteY1" fmla="*/ 0 h 2508024"/>
              <a:gd name="connsiteX2" fmla="*/ 9166408 w 9167786"/>
              <a:gd name="connsiteY2" fmla="*/ 2508024 h 2508024"/>
              <a:gd name="connsiteX3" fmla="*/ 4169 w 9167786"/>
              <a:gd name="connsiteY3" fmla="*/ 2500118 h 2508024"/>
              <a:gd name="connsiteX4" fmla="*/ 0 w 9167786"/>
              <a:gd name="connsiteY4" fmla="*/ 2375696 h 2508024"/>
              <a:gd name="connsiteX0" fmla="*/ 0 w 9166452"/>
              <a:gd name="connsiteY0" fmla="*/ 2375696 h 2508024"/>
              <a:gd name="connsiteX1" fmla="*/ 9061952 w 9166452"/>
              <a:gd name="connsiteY1" fmla="*/ 0 h 2508024"/>
              <a:gd name="connsiteX2" fmla="*/ 9166408 w 9166452"/>
              <a:gd name="connsiteY2" fmla="*/ 2508024 h 2508024"/>
              <a:gd name="connsiteX3" fmla="*/ 4169 w 9166452"/>
              <a:gd name="connsiteY3" fmla="*/ 2500118 h 2508024"/>
              <a:gd name="connsiteX4" fmla="*/ 0 w 9166452"/>
              <a:gd name="connsiteY4" fmla="*/ 2375696 h 2508024"/>
              <a:gd name="connsiteX0" fmla="*/ 0 w 9166808"/>
              <a:gd name="connsiteY0" fmla="*/ 2382751 h 2515079"/>
              <a:gd name="connsiteX1" fmla="*/ 9160729 w 9166808"/>
              <a:gd name="connsiteY1" fmla="*/ 0 h 2515079"/>
              <a:gd name="connsiteX2" fmla="*/ 9166408 w 9166808"/>
              <a:gd name="connsiteY2" fmla="*/ 2515079 h 2515079"/>
              <a:gd name="connsiteX3" fmla="*/ 4169 w 9166808"/>
              <a:gd name="connsiteY3" fmla="*/ 2507173 h 2515079"/>
              <a:gd name="connsiteX4" fmla="*/ 0 w 9166808"/>
              <a:gd name="connsiteY4" fmla="*/ 2382751 h 2515079"/>
              <a:gd name="connsiteX0" fmla="*/ 9943 w 9162640"/>
              <a:gd name="connsiteY0" fmla="*/ 2382751 h 2515079"/>
              <a:gd name="connsiteX1" fmla="*/ 9156561 w 9162640"/>
              <a:gd name="connsiteY1" fmla="*/ 0 h 2515079"/>
              <a:gd name="connsiteX2" fmla="*/ 9162240 w 9162640"/>
              <a:gd name="connsiteY2" fmla="*/ 2515079 h 2515079"/>
              <a:gd name="connsiteX3" fmla="*/ 1 w 9162640"/>
              <a:gd name="connsiteY3" fmla="*/ 2507173 h 2515079"/>
              <a:gd name="connsiteX4" fmla="*/ 9943 w 9162640"/>
              <a:gd name="connsiteY4" fmla="*/ 2382751 h 2515079"/>
              <a:gd name="connsiteX0" fmla="*/ 0 w 9152697"/>
              <a:gd name="connsiteY0" fmla="*/ 2382751 h 2515079"/>
              <a:gd name="connsiteX1" fmla="*/ 9146618 w 9152697"/>
              <a:gd name="connsiteY1" fmla="*/ 0 h 2515079"/>
              <a:gd name="connsiteX2" fmla="*/ 9152297 w 9152697"/>
              <a:gd name="connsiteY2" fmla="*/ 2515079 h 2515079"/>
              <a:gd name="connsiteX3" fmla="*/ 187614 w 9152697"/>
              <a:gd name="connsiteY3" fmla="*/ 2507173 h 2515079"/>
              <a:gd name="connsiteX4" fmla="*/ 0 w 9152697"/>
              <a:gd name="connsiteY4" fmla="*/ 2382751 h 2515079"/>
              <a:gd name="connsiteX0" fmla="*/ 0 w 9068030"/>
              <a:gd name="connsiteY0" fmla="*/ 2382751 h 2515079"/>
              <a:gd name="connsiteX1" fmla="*/ 9061951 w 9068030"/>
              <a:gd name="connsiteY1" fmla="*/ 0 h 2515079"/>
              <a:gd name="connsiteX2" fmla="*/ 9067630 w 9068030"/>
              <a:gd name="connsiteY2" fmla="*/ 2515079 h 2515079"/>
              <a:gd name="connsiteX3" fmla="*/ 102947 w 9068030"/>
              <a:gd name="connsiteY3" fmla="*/ 2507173 h 2515079"/>
              <a:gd name="connsiteX4" fmla="*/ 0 w 9068030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173503 w 9138586"/>
              <a:gd name="connsiteY3" fmla="*/ 2507173 h 2515079"/>
              <a:gd name="connsiteX4" fmla="*/ 0 w 9138586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4170 w 9138586"/>
              <a:gd name="connsiteY3" fmla="*/ 2507173 h 2515079"/>
              <a:gd name="connsiteX4" fmla="*/ 0 w 9138586"/>
              <a:gd name="connsiteY4" fmla="*/ 2382751 h 25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8586" h="2515079">
                <a:moveTo>
                  <a:pt x="0" y="2382751"/>
                </a:moveTo>
                <a:cubicBezTo>
                  <a:pt x="20661" y="2379422"/>
                  <a:pt x="7306149" y="2502055"/>
                  <a:pt x="9132507" y="0"/>
                </a:cubicBezTo>
                <a:cubicBezTo>
                  <a:pt x="9129925" y="819774"/>
                  <a:pt x="9140768" y="1695305"/>
                  <a:pt x="9138186" y="2515079"/>
                </a:cubicBezTo>
                <a:lnTo>
                  <a:pt x="4170" y="2507173"/>
                </a:lnTo>
                <a:cubicBezTo>
                  <a:pt x="4169" y="2465011"/>
                  <a:pt x="1" y="2424913"/>
                  <a:pt x="0" y="238275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457169"/>
            <a:ext cx="10972800" cy="772250"/>
          </a:xfrm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5623"/>
            <a:ext cx="10972800" cy="1500187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11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flipH="1" flipV="1">
            <a:off x="-25423" y="-30696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457200"/>
            <a:ext cx="10972800" cy="7722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5654"/>
            <a:ext cx="10972800" cy="15001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66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8909" y="1141666"/>
            <a:ext cx="7313491" cy="13984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8910" y="2631404"/>
            <a:ext cx="7313489" cy="127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reeform 6"/>
          <p:cNvSpPr/>
          <p:nvPr/>
        </p:nvSpPr>
        <p:spPr>
          <a:xfrm>
            <a:off x="-12253" y="4417161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554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r" defTabSz="457200" rtl="0" eaLnBrk="1" latinLnBrk="0" hangingPunct="1">
        <a:lnSpc>
          <a:spcPct val="8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07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0" y="6355081"/>
            <a:ext cx="8534401" cy="50291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NOAA-Fisheries-horizontal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72" y="6419089"/>
            <a:ext cx="2191920" cy="3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5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07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0" y="6355081"/>
            <a:ext cx="8534401" cy="50291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74" y="6419089"/>
            <a:ext cx="2191917" cy="3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9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rgbClr val="FFFFFF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E1D0-11B8-8345-91DD-DA00A5244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20094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2026 Tanner Crab CIE Review </a:t>
            </a:r>
            <a:br>
              <a:rPr lang="en-US" sz="4800" dirty="0"/>
            </a:br>
            <a:r>
              <a:rPr lang="en-US" sz="4800" dirty="0"/>
              <a:t>Spatial Considerations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B8582-F632-314D-8EF2-647B54A37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William Stockhausen</a:t>
            </a:r>
          </a:p>
          <a:p>
            <a:r>
              <a:rPr lang="en-US" dirty="0">
                <a:solidFill>
                  <a:schemeClr val="accent1"/>
                </a:solidFill>
              </a:rPr>
              <a:t>AFSC/NMFS/NOAA</a:t>
            </a:r>
          </a:p>
        </p:txBody>
      </p:sp>
    </p:spTree>
    <p:extLst>
      <p:ext uri="{BB962C8B-B14F-4D97-AF65-F5344CB8AC3E}">
        <p14:creationId xmlns:p14="http://schemas.microsoft.com/office/powerpoint/2010/main" val="14934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603B5-A8CD-5D7E-441C-D9AB446B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F5551A-8A32-36C8-8286-988CF452D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26" y="260908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East/West Differences: MMB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C20523-B203-B873-AC5B-0CD2AF31F599}"/>
              </a:ext>
            </a:extLst>
          </p:cNvPr>
          <p:cNvSpPr txBox="1"/>
          <p:nvPr/>
        </p:nvSpPr>
        <p:spPr>
          <a:xfrm>
            <a:off x="9363919" y="6374741"/>
            <a:ext cx="2584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Courtesy of Ben Daly, ADFG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985B55-14C9-D5A1-91CE-E54D20682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26" y="1705570"/>
            <a:ext cx="5982558" cy="39348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0AF8AA-6D06-826B-B5FE-9D1846D902BC}"/>
              </a:ext>
            </a:extLst>
          </p:cNvPr>
          <p:cNvSpPr txBox="1"/>
          <p:nvPr/>
        </p:nvSpPr>
        <p:spPr>
          <a:xfrm>
            <a:off x="2177739" y="1794076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1975-2014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3D4152-9F0D-F605-A213-A9B2F5A55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442" y="1705570"/>
            <a:ext cx="5822360" cy="39348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F6E963-D0B8-1412-F90D-F24EF6CB44CC}"/>
              </a:ext>
            </a:extLst>
          </p:cNvPr>
          <p:cNvSpPr txBox="1"/>
          <p:nvPr/>
        </p:nvSpPr>
        <p:spPr>
          <a:xfrm>
            <a:off x="8573837" y="1804593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2015-2019</a:t>
            </a:r>
          </a:p>
        </p:txBody>
      </p:sp>
    </p:spTree>
    <p:extLst>
      <p:ext uri="{BB962C8B-B14F-4D97-AF65-F5344CB8AC3E}">
        <p14:creationId xmlns:p14="http://schemas.microsoft.com/office/powerpoint/2010/main" val="156332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ED35-65B3-C4E5-5F54-82012DFA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DD1C0A-05B0-A271-D149-F27187F0F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26" y="260908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East/West Differences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9067A-B8A6-47BE-F1FD-B25CE1C53BC0}"/>
              </a:ext>
            </a:extLst>
          </p:cNvPr>
          <p:cNvSpPr txBox="1"/>
          <p:nvPr/>
        </p:nvSpPr>
        <p:spPr>
          <a:xfrm>
            <a:off x="9363919" y="5613713"/>
            <a:ext cx="2584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Courtesy of Ben Daly, ADFG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C39013-ACC3-5785-D19C-E3026D05E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836" y="1244286"/>
            <a:ext cx="6464252" cy="43694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30276E-FABE-D6B6-C90C-5DC0B3DAFA96}"/>
                  </a:ext>
                </a:extLst>
              </p:cNvPr>
              <p:cNvSpPr txBox="1"/>
              <p:nvPr/>
            </p:nvSpPr>
            <p:spPr>
              <a:xfrm>
                <a:off x="8596625" y="781307"/>
                <a:ext cx="1534587" cy="6916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𝑛𝑜𝑛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𝐼𝑃𝑀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𝐼𝑃𝑀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30276E-FABE-D6B6-C90C-5DC0B3DAF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625" y="781307"/>
                <a:ext cx="1534587" cy="691600"/>
              </a:xfrm>
              <a:prstGeom prst="rect">
                <a:avLst/>
              </a:prstGeom>
              <a:blipFill>
                <a:blip r:embed="rId4"/>
                <a:stretch>
                  <a:fillRect l="-1639" t="-1786" r="-4098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4183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71" y="235491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Survey Data By Management Region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26C6BA-4871-B508-DDC1-A3357B707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189" y="956221"/>
            <a:ext cx="8633622" cy="529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95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F647BC6-1F60-ED1D-6DDB-E7A13F320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8" y="1166281"/>
            <a:ext cx="5600700" cy="5067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9ADB05-4B40-5F59-DF2F-52BAD09D3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575" y="864047"/>
            <a:ext cx="6355801" cy="567176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85" y="122732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Survey Size Comps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58462C-BE3A-986D-52CD-B3CA8F210BAF}"/>
              </a:ext>
            </a:extLst>
          </p:cNvPr>
          <p:cNvSpPr txBox="1"/>
          <p:nvPr/>
        </p:nvSpPr>
        <p:spPr>
          <a:xfrm>
            <a:off x="2390784" y="800273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Females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BE52C07-62EE-0B22-53A1-8C6ACC32D489}"/>
              </a:ext>
            </a:extLst>
          </p:cNvPr>
          <p:cNvSpPr/>
          <p:nvPr/>
        </p:nvSpPr>
        <p:spPr>
          <a:xfrm>
            <a:off x="10907486" y="4534678"/>
            <a:ext cx="1254890" cy="194947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56EABC-2D9D-DF0E-584A-7A02FC4FA828}"/>
              </a:ext>
            </a:extLst>
          </p:cNvPr>
          <p:cNvSpPr txBox="1"/>
          <p:nvPr/>
        </p:nvSpPr>
        <p:spPr>
          <a:xfrm>
            <a:off x="6222853" y="894966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East 166W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01FEA-BC54-3E81-E734-8213845487CB}"/>
              </a:ext>
            </a:extLst>
          </p:cNvPr>
          <p:cNvSpPr txBox="1"/>
          <p:nvPr/>
        </p:nvSpPr>
        <p:spPr>
          <a:xfrm>
            <a:off x="6174827" y="3623058"/>
            <a:ext cx="1160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West 166W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A056C7-405D-5BF4-5A97-F7E9EDC98C31}"/>
              </a:ext>
            </a:extLst>
          </p:cNvPr>
          <p:cNvSpPr/>
          <p:nvPr/>
        </p:nvSpPr>
        <p:spPr>
          <a:xfrm>
            <a:off x="4609323" y="4982236"/>
            <a:ext cx="848493" cy="1054359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FE616A-9A51-4A82-26AB-5CC7458262D3}"/>
              </a:ext>
            </a:extLst>
          </p:cNvPr>
          <p:cNvSpPr txBox="1"/>
          <p:nvPr/>
        </p:nvSpPr>
        <p:spPr>
          <a:xfrm>
            <a:off x="9303128" y="535331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Males</a:t>
            </a:r>
          </a:p>
        </p:txBody>
      </p:sp>
    </p:spTree>
    <p:extLst>
      <p:ext uri="{BB962C8B-B14F-4D97-AF65-F5344CB8AC3E}">
        <p14:creationId xmlns:p14="http://schemas.microsoft.com/office/powerpoint/2010/main" val="348235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EE79-43E9-1135-BAAB-0C34AA47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23509C-D285-5D0C-2EE9-A2BA6F54F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85" y="122732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Survey Spatial Patterns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D7E527-C959-43E6-A8CB-3DC51B5AA5D3}"/>
              </a:ext>
            </a:extLst>
          </p:cNvPr>
          <p:cNvSpPr txBox="1"/>
          <p:nvPr/>
        </p:nvSpPr>
        <p:spPr>
          <a:xfrm>
            <a:off x="873481" y="1524784"/>
            <a:ext cx="2470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small males (&lt; 60 mm CW)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80DE30-E5A9-BC58-689A-69A73096D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95" y="1912353"/>
            <a:ext cx="3931920" cy="33851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3FE8C4-A090-ADBB-54FD-427086AB4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992" y="1894116"/>
            <a:ext cx="3931920" cy="3421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DE70D0-F376-B2B6-D369-5EF311C2B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7285" y="1918669"/>
            <a:ext cx="3931920" cy="33971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3A26EE-7102-9169-8316-790AA7074762}"/>
              </a:ext>
            </a:extLst>
          </p:cNvPr>
          <p:cNvSpPr txBox="1"/>
          <p:nvPr/>
        </p:nvSpPr>
        <p:spPr>
          <a:xfrm>
            <a:off x="4984931" y="1524784"/>
            <a:ext cx="2451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large males (&gt; 60 mm CW)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239193-1E89-4A86-D127-8A7CC477F910}"/>
              </a:ext>
            </a:extLst>
          </p:cNvPr>
          <p:cNvSpPr txBox="1"/>
          <p:nvPr/>
        </p:nvSpPr>
        <p:spPr>
          <a:xfrm>
            <a:off x="9775308" y="1542213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33F538-32B7-05E7-56E6-81922FA522A5}"/>
              </a:ext>
            </a:extLst>
          </p:cNvPr>
          <p:cNvSpPr txBox="1"/>
          <p:nvPr/>
        </p:nvSpPr>
        <p:spPr>
          <a:xfrm>
            <a:off x="4770994" y="5416062"/>
            <a:ext cx="2879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 groups: different scales</a:t>
            </a:r>
          </a:p>
        </p:txBody>
      </p:sp>
    </p:spTree>
    <p:extLst>
      <p:ext uri="{BB962C8B-B14F-4D97-AF65-F5344CB8AC3E}">
        <p14:creationId xmlns:p14="http://schemas.microsoft.com/office/powerpoint/2010/main" val="3124309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FB6EB-5F88-B438-7801-D8B35255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B1EBC8-196C-0D93-358E-7690063BF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85" y="122732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Survey Spatial Patterns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14004-EF10-8AFE-DDFB-87D0650C290C}"/>
              </a:ext>
            </a:extLst>
          </p:cNvPr>
          <p:cNvSpPr txBox="1"/>
          <p:nvPr/>
        </p:nvSpPr>
        <p:spPr>
          <a:xfrm>
            <a:off x="2583601" y="743661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immature females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13E80-72A7-12C2-57ED-D597432050BE}"/>
              </a:ext>
            </a:extLst>
          </p:cNvPr>
          <p:cNvSpPr txBox="1"/>
          <p:nvPr/>
        </p:nvSpPr>
        <p:spPr>
          <a:xfrm>
            <a:off x="8117285" y="709679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mature females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962F22-0047-9348-8CC9-5C76DF10CC80}"/>
              </a:ext>
            </a:extLst>
          </p:cNvPr>
          <p:cNvSpPr txBox="1"/>
          <p:nvPr/>
        </p:nvSpPr>
        <p:spPr>
          <a:xfrm>
            <a:off x="4740849" y="6154726"/>
            <a:ext cx="2879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 groups: different scales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F93CDA-5115-E77D-1019-405945760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77" y="1132749"/>
            <a:ext cx="5735623" cy="4949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67773A-D08C-CC2D-BCBF-A89193581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093" y="1145560"/>
            <a:ext cx="5691419" cy="493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25224"/>
      </p:ext>
    </p:extLst>
  </p:cSld>
  <p:clrMapOvr>
    <a:masterClrMapping/>
  </p:clrMapOvr>
</p:sld>
</file>

<file path=ppt/theme/theme1.xml><?xml version="1.0" encoding="utf-8"?>
<a:theme xmlns:a="http://schemas.openxmlformats.org/drawingml/2006/main" name="NOAA_Fisheri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470F256F-5A14-804C-905B-CD7FB444AA38}"/>
    </a:ext>
  </a:extLst>
</a:theme>
</file>

<file path=ppt/theme/theme2.xml><?xml version="1.0" encoding="utf-8"?>
<a:theme xmlns:a="http://schemas.openxmlformats.org/drawingml/2006/main" name="NOAA Fisheries Content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3CE7A497-1B99-8F40-8A5A-0E3D0E28E34C}"/>
    </a:ext>
  </a:extLst>
</a:theme>
</file>

<file path=ppt/theme/theme3.xml><?xml version="1.0" encoding="utf-8"?>
<a:theme xmlns:a="http://schemas.openxmlformats.org/drawingml/2006/main" name="NOAA Divider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1D527E59-2320-884A-9981-A0E29823F6D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NOAA_Fisheries</Template>
  <TotalTime>19676</TotalTime>
  <Words>108</Words>
  <Application>Microsoft Macintosh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Narrow</vt:lpstr>
      <vt:lpstr>Calibri</vt:lpstr>
      <vt:lpstr>Cambria Math</vt:lpstr>
      <vt:lpstr>NOAA_Fisheries</vt:lpstr>
      <vt:lpstr>NOAA Fisheries Content Slides</vt:lpstr>
      <vt:lpstr>NOAA Divider Slides</vt:lpstr>
      <vt:lpstr>2026 Tanner Crab CIE Review  Spatial Considerations</vt:lpstr>
      <vt:lpstr>East/West Differences: MMB</vt:lpstr>
      <vt:lpstr>East/West Differences</vt:lpstr>
      <vt:lpstr>Survey Data By Management Region</vt:lpstr>
      <vt:lpstr>Survey Size Comps</vt:lpstr>
      <vt:lpstr>Survey Spatial Patterns</vt:lpstr>
      <vt:lpstr>Survey Spatial Patterns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 Tanner Crab Stock Assessment</dc:title>
  <dc:creator>William Stockhausen</dc:creator>
  <cp:lastModifiedBy>William Stockhausen</cp:lastModifiedBy>
  <cp:revision>182</cp:revision>
  <cp:lastPrinted>2019-09-09T15:27:44Z</cp:lastPrinted>
  <dcterms:created xsi:type="dcterms:W3CDTF">2021-09-13T01:24:40Z</dcterms:created>
  <dcterms:modified xsi:type="dcterms:W3CDTF">2026-05-19T21:01:34Z</dcterms:modified>
</cp:coreProperties>
</file>