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91" r:id="rId3"/>
    <p:sldId id="292" r:id="rId4"/>
    <p:sldId id="293" r:id="rId5"/>
    <p:sldId id="294" r:id="rId6"/>
    <p:sldId id="295" r:id="rId7"/>
    <p:sldId id="296" r:id="rId8"/>
    <p:sldId id="297" r:id="rId9"/>
    <p:sldId id="298" r:id="rId10"/>
    <p:sldId id="299" r:id="rId11"/>
  </p:sldIdLst>
  <p:sldSz cx="12192000" cy="6858000"/>
  <p:notesSz cx="6858000" cy="9144000"/>
  <p:embeddedFontLst>
    <p:embeddedFont>
      <p:font typeface="Gill Sans" panose="020B0502020104020203" pitchFamily="34" charset="-79"/>
      <p:regular r:id="rId13"/>
      <p:bold r:id="rId14"/>
    </p:embeddedFont>
    <p:embeddedFont>
      <p:font typeface="Verdana" panose="020B060403050404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ghQE9sZMfmL64FPsteMvJdIyGM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61B7E75-D881-42AB-B32E-6D0456126510}">
  <a:tblStyle styleId="{261B7E75-D881-42AB-B32E-6D045612651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6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6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9" name="Google Shape;34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daf0311381_0_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g3daf0311381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daf0311381_0_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g3daf0311381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daf0311381_0_10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g3daf0311381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3dc51a48e20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g3dc51a48e2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dc51a48e20_0_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g3dc51a48e20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dc51a48e20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g3dc51a48e2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dc51a48e20_0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g3dc51a48e20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daf0311381_0_1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g3daf0311381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daf0311381_0_1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7" name="Google Shape;697;g3daf0311381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597455" y="3085765"/>
            <a:ext cx="10986811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" name="Google Shape;21;p4"/>
          <p:cNvSpPr txBox="1">
            <a:spLocks noGrp="1"/>
          </p:cNvSpPr>
          <p:nvPr>
            <p:ph type="ctrTitle"/>
          </p:nvPr>
        </p:nvSpPr>
        <p:spPr>
          <a:xfrm>
            <a:off x="774923" y="990600"/>
            <a:ext cx="10653003" cy="1504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774923" y="2495445"/>
            <a:ext cx="10653003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774924" y="1523260"/>
            <a:ext cx="5199369" cy="433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/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6217709" y="1523260"/>
            <a:ext cx="5210216" cy="4337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/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" name="Google Shape;33;p5"/>
          <p:cNvSpPr>
            <a:spLocks noGrp="1"/>
          </p:cNvSpPr>
          <p:nvPr>
            <p:ph type="pic" idx="3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" name="Google Shape;34;p5"/>
          <p:cNvSpPr/>
          <p:nvPr/>
        </p:nvSpPr>
        <p:spPr>
          <a:xfrm>
            <a:off x="597457" y="599726"/>
            <a:ext cx="10991499" cy="8357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9" cy="63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Verdana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Verdana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2pPr>
            <a:lvl3pPr marL="1371600" lvl="2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3pPr>
            <a:lvl4pPr marL="1828800" lvl="3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4pPr>
            <a:lvl5pPr marL="2286000" lvl="4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2pPr>
            <a:lvl3pPr marL="1371600" lvl="2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3pPr>
            <a:lvl4pPr marL="1828800" lvl="3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4pPr>
            <a:lvl5pPr marL="2286000" lvl="4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>
                <a:latin typeface="Verdana"/>
                <a:ea typeface="Verdana"/>
                <a:cs typeface="Verdana"/>
                <a:sym typeface="Verdana"/>
              </a:defRPr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9" name="Google Shape;79;p11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Verdana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lvl="2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lvl="3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lvl="4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lvl="5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erdana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96" name="Google Shape;96;p14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5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04" name="Google Shape;104;p1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/>
          <p:nvPr/>
        </p:nvSpPr>
        <p:spPr>
          <a:xfrm>
            <a:off x="603529" y="5565058"/>
            <a:ext cx="10984943" cy="8357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7"/>
          <p:cNvSpPr txBox="1">
            <a:spLocks noGrp="1"/>
          </p:cNvSpPr>
          <p:nvPr>
            <p:ph type="title"/>
          </p:nvPr>
        </p:nvSpPr>
        <p:spPr>
          <a:xfrm>
            <a:off x="774925" y="3036573"/>
            <a:ext cx="10653001" cy="1504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sz="3600" b="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7"/>
          <p:cNvSpPr txBox="1">
            <a:spLocks noGrp="1"/>
          </p:cNvSpPr>
          <p:nvPr>
            <p:ph type="body" idx="1"/>
          </p:nvPr>
        </p:nvSpPr>
        <p:spPr>
          <a:xfrm>
            <a:off x="774925" y="4541417"/>
            <a:ext cx="10653001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1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17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Only">
  <p:cSld name="1_Title 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6" name="Google Shape;126;p18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18"/>
          <p:cNvSpPr/>
          <p:nvPr/>
        </p:nvSpPr>
        <p:spPr>
          <a:xfrm>
            <a:off x="597457" y="599726"/>
            <a:ext cx="10991499" cy="8357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9" cy="63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ntent with Caption">
  <p:cSld name="1_Content with Caption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/>
          <p:nvPr/>
        </p:nvSpPr>
        <p:spPr>
          <a:xfrm>
            <a:off x="603529" y="5141973"/>
            <a:ext cx="10984943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9"/>
          <p:cNvSpPr txBox="1">
            <a:spLocks noGrp="1"/>
          </p:cNvSpPr>
          <p:nvPr>
            <p:ph type="title"/>
          </p:nvPr>
        </p:nvSpPr>
        <p:spPr>
          <a:xfrm>
            <a:off x="775137" y="5262296"/>
            <a:ext cx="4715500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Arial"/>
              <a:buNone/>
              <a:defRPr sz="2000" b="0">
                <a:solidFill>
                  <a:srgbClr val="2D58A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9"/>
          <p:cNvSpPr txBox="1">
            <a:spLocks noGrp="1"/>
          </p:cNvSpPr>
          <p:nvPr>
            <p:ph type="body" idx="1"/>
          </p:nvPr>
        </p:nvSpPr>
        <p:spPr>
          <a:xfrm>
            <a:off x="595199" y="601200"/>
            <a:ext cx="1098720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840"/>
              <a:buNone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687103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7" name="Google Shape;137;p19"/>
          <p:cNvSpPr>
            <a:spLocks noGrp="1"/>
          </p:cNvSpPr>
          <p:nvPr>
            <p:ph type="pic" idx="3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icture with Caption">
  <p:cSld name="1_Picture with Caption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>
            <a:spLocks noGrp="1"/>
          </p:cNvSpPr>
          <p:nvPr>
            <p:ph type="title"/>
          </p:nvPr>
        </p:nvSpPr>
        <p:spPr>
          <a:xfrm>
            <a:off x="774923" y="4693389"/>
            <a:ext cx="10653003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  <a:defRPr sz="2400" b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>
            <a:spLocks noGrp="1"/>
          </p:cNvSpPr>
          <p:nvPr>
            <p:ph type="pic" idx="2"/>
          </p:nvPr>
        </p:nvSpPr>
        <p:spPr>
          <a:xfrm>
            <a:off x="597458" y="599725"/>
            <a:ext cx="10984941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>
            <a:spLocks noGrp="1"/>
          </p:cNvSpPr>
          <p:nvPr>
            <p:ph type="body" idx="1"/>
          </p:nvPr>
        </p:nvSpPr>
        <p:spPr>
          <a:xfrm>
            <a:off x="774923" y="5260127"/>
            <a:ext cx="10653003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142" name="Google Shape;142;p2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2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20"/>
          <p:cNvSpPr>
            <a:spLocks noGrp="1"/>
          </p:cNvSpPr>
          <p:nvPr>
            <p:ph type="pic" idx="3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Vertical Text">
  <p:cSld name="1_Title and Vertical Text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2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1" name="Google Shape;151;p21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152" name="Google Shape;152;p21"/>
          <p:cNvSpPr/>
          <p:nvPr/>
        </p:nvSpPr>
        <p:spPr>
          <a:xfrm>
            <a:off x="597457" y="599726"/>
            <a:ext cx="10991499" cy="8357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9" cy="63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Vertical Title and Text">
  <p:cSld name="1_Vertical Title and Text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/>
          <p:nvPr/>
        </p:nvSpPr>
        <p:spPr>
          <a:xfrm>
            <a:off x="8839201" y="599725"/>
            <a:ext cx="2743199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26356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1" name="Google Shape;161;p22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16439" cy="914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>
  <p:cSld name="2_Section Header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/>
          <p:nvPr/>
        </p:nvSpPr>
        <p:spPr>
          <a:xfrm>
            <a:off x="447818" y="5141976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23"/>
          <p:cNvSpPr txBox="1">
            <a:spLocks noGrp="1"/>
          </p:cNvSpPr>
          <p:nvPr>
            <p:ph type="title"/>
          </p:nvPr>
        </p:nvSpPr>
        <p:spPr>
          <a:xfrm>
            <a:off x="581194" y="3043912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 sz="2700" b="0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3"/>
          <p:cNvSpPr txBox="1">
            <a:spLocks noGrp="1"/>
          </p:cNvSpPr>
          <p:nvPr>
            <p:ph type="body" idx="1"/>
          </p:nvPr>
        </p:nvSpPr>
        <p:spPr>
          <a:xfrm>
            <a:off x="581194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70"/>
              </a:spcBef>
              <a:spcAft>
                <a:spcPts val="0"/>
              </a:spcAft>
              <a:buSzPts val="1242"/>
              <a:buNone/>
              <a:defRPr sz="1350" cap="none">
                <a:solidFill>
                  <a:schemeClr val="accent2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242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104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966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966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966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966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966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966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9" name="Google Shape;169;p23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2728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>
            <a:spLocks noGrp="1"/>
          </p:cNvSpPr>
          <p:nvPr>
            <p:ph type="pic" idx="3"/>
          </p:nvPr>
        </p:nvSpPr>
        <p:spPr>
          <a:xfrm>
            <a:off x="10832453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Only">
  <p:cSld name="2_Title Only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2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5" name="Google Shape;175;p24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2728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176" name="Google Shape;176;p24"/>
          <p:cNvSpPr>
            <a:spLocks noGrp="1"/>
          </p:cNvSpPr>
          <p:nvPr>
            <p:ph type="pic" idx="3"/>
          </p:nvPr>
        </p:nvSpPr>
        <p:spPr>
          <a:xfrm>
            <a:off x="10832453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24"/>
          <p:cNvSpPr/>
          <p:nvPr/>
        </p:nvSpPr>
        <p:spPr>
          <a:xfrm>
            <a:off x="597457" y="599726"/>
            <a:ext cx="10991499" cy="8357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24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9" cy="63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25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2728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25"/>
          <p:cNvSpPr>
            <a:spLocks noGrp="1"/>
          </p:cNvSpPr>
          <p:nvPr>
            <p:ph type="pic" idx="3"/>
          </p:nvPr>
        </p:nvSpPr>
        <p:spPr>
          <a:xfrm>
            <a:off x="10832453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ontent with Caption">
  <p:cSld name="2_Content with Caption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6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1500"/>
              <a:buFont typeface="Verdana"/>
              <a:buNone/>
              <a:defRPr sz="1500" b="0"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26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16230" algn="l">
              <a:spcBef>
                <a:spcPts val="300"/>
              </a:spcBef>
              <a:spcAft>
                <a:spcPts val="0"/>
              </a:spcAft>
              <a:buSzPts val="1380"/>
              <a:buChar char="◼"/>
              <a:defRPr sz="1500">
                <a:solidFill>
                  <a:schemeClr val="dk2"/>
                </a:solidFill>
              </a:defRPr>
            </a:lvl1pPr>
            <a:lvl2pPr marL="914400" lvl="1" indent="-307467" algn="l">
              <a:spcBef>
                <a:spcPts val="600"/>
              </a:spcBef>
              <a:spcAft>
                <a:spcPts val="0"/>
              </a:spcAft>
              <a:buSzPts val="1242"/>
              <a:buChar char="◼"/>
              <a:defRPr sz="1350">
                <a:solidFill>
                  <a:schemeClr val="dk2"/>
                </a:solidFill>
              </a:defRPr>
            </a:lvl2pPr>
            <a:lvl3pPr marL="1371600" lvl="2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 sz="1200">
                <a:solidFill>
                  <a:schemeClr val="dk2"/>
                </a:solidFill>
              </a:defRPr>
            </a:lvl3pPr>
            <a:lvl4pPr marL="1828800" lvl="3" indent="-289941" algn="l">
              <a:spcBef>
                <a:spcPts val="600"/>
              </a:spcBef>
              <a:spcAft>
                <a:spcPts val="0"/>
              </a:spcAft>
              <a:buSzPts val="966"/>
              <a:buChar char="◼"/>
              <a:defRPr sz="1050">
                <a:solidFill>
                  <a:schemeClr val="dk2"/>
                </a:solidFill>
              </a:defRPr>
            </a:lvl4pPr>
            <a:lvl5pPr marL="2286000" lvl="4" indent="-289941" algn="l">
              <a:spcBef>
                <a:spcPts val="600"/>
              </a:spcBef>
              <a:spcAft>
                <a:spcPts val="0"/>
              </a:spcAft>
              <a:buSzPts val="966"/>
              <a:buChar char="◼"/>
              <a:defRPr sz="1050">
                <a:solidFill>
                  <a:schemeClr val="dk2"/>
                </a:solidFill>
              </a:defRPr>
            </a:lvl5pPr>
            <a:lvl6pPr marL="2743200" lvl="5" indent="-289941" algn="l">
              <a:spcBef>
                <a:spcPts val="600"/>
              </a:spcBef>
              <a:spcAft>
                <a:spcPts val="0"/>
              </a:spcAft>
              <a:buSzPts val="966"/>
              <a:buChar char="◼"/>
              <a:defRPr sz="1050">
                <a:solidFill>
                  <a:schemeClr val="dk2"/>
                </a:solidFill>
              </a:defRPr>
            </a:lvl6pPr>
            <a:lvl7pPr marL="3200400" lvl="6" indent="-289941" algn="l">
              <a:spcBef>
                <a:spcPts val="600"/>
              </a:spcBef>
              <a:spcAft>
                <a:spcPts val="0"/>
              </a:spcAft>
              <a:buSzPts val="966"/>
              <a:buChar char="◼"/>
              <a:defRPr sz="1050">
                <a:solidFill>
                  <a:schemeClr val="dk2"/>
                </a:solidFill>
              </a:defRPr>
            </a:lvl7pPr>
            <a:lvl8pPr marL="3657600" lvl="7" indent="-289941" algn="l">
              <a:spcBef>
                <a:spcPts val="600"/>
              </a:spcBef>
              <a:spcAft>
                <a:spcPts val="0"/>
              </a:spcAft>
              <a:buSzPts val="966"/>
              <a:buChar char="◼"/>
              <a:defRPr sz="1050">
                <a:solidFill>
                  <a:schemeClr val="dk2"/>
                </a:solidFill>
              </a:defRPr>
            </a:lvl8pPr>
            <a:lvl9pPr marL="4114800" lvl="8" indent="-289941" algn="l">
              <a:spcBef>
                <a:spcPts val="600"/>
              </a:spcBef>
              <a:spcAft>
                <a:spcPts val="600"/>
              </a:spcAft>
              <a:buSzPts val="966"/>
              <a:buChar char="◼"/>
              <a:defRPr sz="105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6"/>
          <p:cNvSpPr txBox="1">
            <a:spLocks noGrp="1"/>
          </p:cNvSpPr>
          <p:nvPr>
            <p:ph type="body" idx="2"/>
          </p:nvPr>
        </p:nvSpPr>
        <p:spPr>
          <a:xfrm>
            <a:off x="5740824" y="5262298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spcBef>
                <a:spcPts val="165"/>
              </a:spcBef>
              <a:spcAft>
                <a:spcPts val="0"/>
              </a:spcAft>
              <a:buSzPts val="759"/>
              <a:buNone/>
              <a:defRPr sz="825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759"/>
              <a:buNone/>
              <a:defRPr sz="825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690"/>
              <a:buNone/>
              <a:defRPr sz="75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621"/>
              <a:buNone/>
              <a:defRPr sz="675"/>
            </a:lvl9pPr>
          </a:lstStyle>
          <a:p>
            <a:endParaRPr/>
          </a:p>
        </p:txBody>
      </p:sp>
      <p:sp>
        <p:nvSpPr>
          <p:cNvPr id="190" name="Google Shape;190;p2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26"/>
          <p:cNvSpPr>
            <a:spLocks noGrp="1"/>
          </p:cNvSpPr>
          <p:nvPr>
            <p:ph type="pic" idx="3"/>
          </p:nvPr>
        </p:nvSpPr>
        <p:spPr>
          <a:xfrm>
            <a:off x="334901" y="5681499"/>
            <a:ext cx="102728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194" name="Google Shape;194;p26"/>
          <p:cNvSpPr>
            <a:spLocks noGrp="1"/>
          </p:cNvSpPr>
          <p:nvPr>
            <p:ph type="pic" idx="4"/>
          </p:nvPr>
        </p:nvSpPr>
        <p:spPr>
          <a:xfrm>
            <a:off x="10832453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Picture with Caption">
  <p:cSld name="2_Picture with Caption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Verdana"/>
              <a:buNone/>
              <a:defRPr sz="1800" b="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7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198" name="Google Shape;198;p27"/>
          <p:cNvSpPr txBox="1">
            <a:spLocks noGrp="1"/>
          </p:cNvSpPr>
          <p:nvPr>
            <p:ph type="body" idx="1"/>
          </p:nvPr>
        </p:nvSpPr>
        <p:spPr>
          <a:xfrm>
            <a:off x="581193" y="5260129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80"/>
              </a:spcBef>
              <a:spcAft>
                <a:spcPts val="0"/>
              </a:spcAft>
              <a:buSzPts val="828"/>
              <a:buNone/>
              <a:defRPr sz="9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690"/>
              <a:buNone/>
              <a:defRPr sz="75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621"/>
              <a:buNone/>
              <a:defRPr sz="675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621"/>
              <a:buNone/>
              <a:defRPr sz="675"/>
            </a:lvl9pPr>
          </a:lstStyle>
          <a:p>
            <a:endParaRPr/>
          </a:p>
        </p:txBody>
      </p:sp>
      <p:sp>
        <p:nvSpPr>
          <p:cNvPr id="199" name="Google Shape;199;p2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27"/>
          <p:cNvSpPr>
            <a:spLocks noGrp="1"/>
          </p:cNvSpPr>
          <p:nvPr>
            <p:ph type="pic" idx="3"/>
          </p:nvPr>
        </p:nvSpPr>
        <p:spPr>
          <a:xfrm>
            <a:off x="334901" y="5681499"/>
            <a:ext cx="102728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203" name="Google Shape;203;p27"/>
          <p:cNvSpPr>
            <a:spLocks noGrp="1"/>
          </p:cNvSpPr>
          <p:nvPr>
            <p:ph type="pic" idx="4"/>
          </p:nvPr>
        </p:nvSpPr>
        <p:spPr>
          <a:xfrm>
            <a:off x="10832453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Vertical Text">
  <p:cSld name="2_Title and Vertical Text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>
            <a:spLocks noGrp="1"/>
          </p:cNvSpPr>
          <p:nvPr>
            <p:ph type="body" idx="1"/>
          </p:nvPr>
        </p:nvSpPr>
        <p:spPr>
          <a:xfrm rot="5400000">
            <a:off x="3933655" y="-1635473"/>
            <a:ext cx="4335538" cy="10653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06" name="Google Shape;206;p2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8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27289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28"/>
          <p:cNvSpPr>
            <a:spLocks noGrp="1"/>
          </p:cNvSpPr>
          <p:nvPr>
            <p:ph type="pic" idx="3"/>
          </p:nvPr>
        </p:nvSpPr>
        <p:spPr>
          <a:xfrm>
            <a:off x="10832453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  <p:sp>
        <p:nvSpPr>
          <p:cNvPr id="211" name="Google Shape;211;p28"/>
          <p:cNvSpPr/>
          <p:nvPr/>
        </p:nvSpPr>
        <p:spPr>
          <a:xfrm>
            <a:off x="597457" y="599726"/>
            <a:ext cx="10991499" cy="8357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8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9" cy="630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Vertical Title and Text">
  <p:cSld name="2_Vertical Title and Text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9"/>
          <p:cNvSpPr/>
          <p:nvPr/>
        </p:nvSpPr>
        <p:spPr>
          <a:xfrm>
            <a:off x="8839202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/>
          </p:nvPr>
        </p:nvSpPr>
        <p:spPr>
          <a:xfrm rot="5400000">
            <a:off x="7249747" y="2265183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body" idx="1"/>
          </p:nvPr>
        </p:nvSpPr>
        <p:spPr>
          <a:xfrm rot="5400000">
            <a:off x="2131528" y="-680875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dt" idx="10"/>
          </p:nvPr>
        </p:nvSpPr>
        <p:spPr>
          <a:xfrm>
            <a:off x="8993674" y="5956139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ftr" idx="11"/>
          </p:nvPr>
        </p:nvSpPr>
        <p:spPr>
          <a:xfrm>
            <a:off x="774925" y="5951813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ldNum" idx="12"/>
          </p:nvPr>
        </p:nvSpPr>
        <p:spPr>
          <a:xfrm>
            <a:off x="10446616" y="5956139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29"/>
          <p:cNvSpPr>
            <a:spLocks noGrp="1"/>
          </p:cNvSpPr>
          <p:nvPr>
            <p:ph type="pic" idx="2"/>
          </p:nvPr>
        </p:nvSpPr>
        <p:spPr>
          <a:xfrm>
            <a:off x="334901" y="5681499"/>
            <a:ext cx="1013733" cy="91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9"/>
          <p:cNvSpPr>
            <a:spLocks noGrp="1"/>
          </p:cNvSpPr>
          <p:nvPr>
            <p:ph type="pic" idx="3"/>
          </p:nvPr>
        </p:nvSpPr>
        <p:spPr>
          <a:xfrm>
            <a:off x="8203904" y="5900199"/>
            <a:ext cx="504203" cy="511293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0fa834715_0_110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g3e0fa834715_0_110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298704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6pPr>
            <a:lvl7pPr marL="3200400" lvl="6" indent="-298704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7pPr>
            <a:lvl8pPr marL="3657600" lvl="7" indent="-298704"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8pPr>
            <a:lvl9pPr marL="4114800" lvl="8" indent="-298704">
              <a:spcBef>
                <a:spcPts val="600"/>
              </a:spcBef>
              <a:spcAft>
                <a:spcPts val="600"/>
              </a:spcAft>
              <a:buSzPts val="1104"/>
              <a:buChar char="◼"/>
              <a:defRPr/>
            </a:lvl9pPr>
          </a:lstStyle>
          <a:p>
            <a:endParaRPr/>
          </a:p>
        </p:txBody>
      </p:sp>
      <p:sp>
        <p:nvSpPr>
          <p:cNvPr id="225" name="Google Shape;225;g3e0fa834715_0_110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Verdana"/>
              <a:buNone/>
              <a:defRPr sz="2800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2072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10388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98704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298704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298704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8" name="Google Shape;18;p3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0538131" y="5960314"/>
            <a:ext cx="461820" cy="348117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"/>
          <p:cNvSpPr txBox="1">
            <a:spLocks noGrp="1"/>
          </p:cNvSpPr>
          <p:nvPr>
            <p:ph type="ctrTitle"/>
          </p:nvPr>
        </p:nvSpPr>
        <p:spPr>
          <a:xfrm>
            <a:off x="586166" y="0"/>
            <a:ext cx="7179124" cy="135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Hybrid topics</a:t>
            </a:r>
            <a:endParaRPr/>
          </a:p>
        </p:txBody>
      </p:sp>
      <p:pic>
        <p:nvPicPr>
          <p:cNvPr id="353" name="Google Shape;35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16935" y="809463"/>
            <a:ext cx="2119476" cy="178506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1"/>
          <p:cNvSpPr txBox="1"/>
          <p:nvPr/>
        </p:nvSpPr>
        <p:spPr>
          <a:xfrm>
            <a:off x="596599" y="1505593"/>
            <a:ext cx="5656589" cy="1923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8"/>
              <a:buFont typeface="Noto Sans Symbols"/>
              <a:buNone/>
            </a:pPr>
            <a:r>
              <a:rPr lang="en-US" sz="2400" cap="non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BSAI CRAB PLAN TEAM</a:t>
            </a:r>
            <a:endParaRPr/>
          </a:p>
          <a:p>
            <a:pPr marL="0" marR="0" lvl="0" indent="0" algn="l" rtl="0">
              <a:spcBef>
                <a:spcPts val="1080"/>
              </a:spcBef>
              <a:spcAft>
                <a:spcPts val="0"/>
              </a:spcAft>
              <a:buClr>
                <a:schemeClr val="accent2"/>
              </a:buClr>
              <a:buSzPts val="2208"/>
              <a:buFont typeface="Noto Sans Symbols"/>
              <a:buNone/>
            </a:pPr>
            <a:r>
              <a:rPr lang="en-US" sz="24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May 13th</a:t>
            </a:r>
            <a:r>
              <a:rPr lang="en-US" sz="2400" cap="non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, 2026</a:t>
            </a:r>
            <a:endParaRPr/>
          </a:p>
          <a:p>
            <a:pPr marL="0" marR="0" lvl="0" indent="0" algn="l" rtl="0">
              <a:spcBef>
                <a:spcPts val="1080"/>
              </a:spcBef>
              <a:spcAft>
                <a:spcPts val="0"/>
              </a:spcAft>
              <a:buClr>
                <a:schemeClr val="accent2"/>
              </a:buClr>
              <a:buSzPts val="2208"/>
              <a:buFont typeface="Noto Sans Symbols"/>
              <a:buNone/>
            </a:pPr>
            <a:r>
              <a:rPr lang="en-US" sz="24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Group presentation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daf0311381_0_9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625" name="Google Shape;625;g3daf0311381_0_96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</a:t>
            </a:r>
            <a:endParaRPr/>
          </a:p>
        </p:txBody>
      </p:sp>
      <p:sp>
        <p:nvSpPr>
          <p:cNvPr id="626" name="Google Shape;626;g3daf0311381_0_96"/>
          <p:cNvSpPr txBox="1"/>
          <p:nvPr/>
        </p:nvSpPr>
        <p:spPr>
          <a:xfrm>
            <a:off x="226375" y="1782025"/>
            <a:ext cx="11521800" cy="39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14400" marR="0" lvl="1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Font typeface="Verdana"/>
              <a:buChar char="▪"/>
            </a:pPr>
            <a:r>
              <a:rPr lang="en-US" sz="1900">
                <a:latin typeface="Verdana"/>
                <a:ea typeface="Verdana"/>
                <a:cs typeface="Verdana"/>
                <a:sym typeface="Verdana"/>
              </a:rPr>
              <a:t>2025 assessment model</a:t>
            </a:r>
            <a:endParaRPr sz="1900">
              <a:latin typeface="Verdana"/>
              <a:ea typeface="Verdana"/>
              <a:cs typeface="Verdana"/>
              <a:sym typeface="Verdana"/>
            </a:endParaRPr>
          </a:p>
          <a:p>
            <a:pPr marL="914400" marR="0" lvl="1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Font typeface="Verdana"/>
              <a:buChar char="▪"/>
            </a:pPr>
            <a:r>
              <a:rPr lang="en-US" sz="1900">
                <a:latin typeface="Verdana"/>
                <a:ea typeface="Verdana"/>
                <a:cs typeface="Verdana"/>
                <a:sym typeface="Verdana"/>
              </a:rPr>
              <a:t>2025AM + (Hybrid+Tanner) survey data</a:t>
            </a:r>
            <a:endParaRPr sz="1900">
              <a:latin typeface="Verdana"/>
              <a:ea typeface="Verdana"/>
              <a:cs typeface="Verdana"/>
              <a:sym typeface="Verdana"/>
            </a:endParaRPr>
          </a:p>
          <a:p>
            <a:pPr marL="1371600" marR="0" lvl="2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Font typeface="Verdana"/>
              <a:buChar char="■"/>
            </a:pPr>
            <a:r>
              <a:rPr lang="en-US" sz="1900">
                <a:latin typeface="Verdana"/>
                <a:ea typeface="Verdana"/>
                <a:cs typeface="Verdana"/>
                <a:sym typeface="Verdana"/>
              </a:rPr>
              <a:t>all hybrids treated as Tanner crab</a:t>
            </a:r>
            <a:endParaRPr sz="1900">
              <a:latin typeface="Verdana"/>
              <a:ea typeface="Verdana"/>
              <a:cs typeface="Verdana"/>
              <a:sym typeface="Verdana"/>
            </a:endParaRPr>
          </a:p>
          <a:p>
            <a:pPr marL="914400" lvl="1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Font typeface="Verdana"/>
              <a:buChar char="▪"/>
            </a:pPr>
            <a:r>
              <a:rPr lang="en-US" sz="19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2025AM + (Hybrid+Tanner) fishery data</a:t>
            </a:r>
            <a:endParaRPr sz="19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marL="1371600" lvl="2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Verdana"/>
              <a:buChar char="■"/>
            </a:pPr>
            <a:r>
              <a:rPr lang="en-US" sz="19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all hybrids in ADFG at-sea observer coverage treated as Tanner crab</a:t>
            </a:r>
            <a:endParaRPr sz="19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marL="1371600" lvl="2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Verdana"/>
              <a:buChar char="■"/>
            </a:pPr>
            <a:r>
              <a:rPr lang="en-US" sz="19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all hybrids in retained catch size comps treated as Tanner crab</a:t>
            </a:r>
            <a:endParaRPr sz="19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marL="1371600" lvl="2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Verdana"/>
              <a:buChar char="■"/>
            </a:pPr>
            <a:r>
              <a:rPr lang="en-US" sz="19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retained catch </a:t>
            </a:r>
            <a:r>
              <a:rPr lang="en-US" sz="1900" b="1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not</a:t>
            </a:r>
            <a:r>
              <a:rPr lang="en-US" sz="19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 apportioned between hybrids and species</a:t>
            </a:r>
            <a:endParaRPr sz="19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marL="914400" lvl="1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Verdana"/>
              <a:buChar char="▪"/>
            </a:pPr>
            <a:r>
              <a:rPr lang="en-US" sz="19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2025AM + (Hybrid+Tanner) survey + fishery data</a:t>
            </a:r>
            <a:endParaRPr sz="19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daf0311381_0_10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632" name="Google Shape;632;g3daf0311381_0_102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hybrids survey data</a:t>
            </a:r>
            <a:endParaRPr/>
          </a:p>
        </p:txBody>
      </p:sp>
      <p:pic>
        <p:nvPicPr>
          <p:cNvPr id="633" name="Google Shape;633;g3daf0311381_0_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506" y="1469875"/>
            <a:ext cx="3758770" cy="5235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g3daf0311381_0_1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0428" y="1925750"/>
            <a:ext cx="3334150" cy="403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5" name="Google Shape;635;g3daf0311381_0_10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9049" y="3375475"/>
            <a:ext cx="69532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6" name="Google Shape;636;g3daf0311381_0_10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45207" y="1469875"/>
            <a:ext cx="4308292" cy="5235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7" name="Google Shape;637;g3daf0311381_0_10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789300" y="1573525"/>
            <a:ext cx="100965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g3daf0311381_0_102"/>
          <p:cNvSpPr txBox="1"/>
          <p:nvPr/>
        </p:nvSpPr>
        <p:spPr>
          <a:xfrm>
            <a:off x="9750700" y="1436275"/>
            <a:ext cx="807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rPr>
              <a:t>Males</a:t>
            </a:r>
            <a:endParaRPr sz="1300" b="1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daf0311381_0_10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644" name="Google Shape;644;g3daf0311381_0_108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hybrids fishery data</a:t>
            </a:r>
            <a:endParaRPr/>
          </a:p>
        </p:txBody>
      </p:sp>
      <p:pic>
        <p:nvPicPr>
          <p:cNvPr id="645" name="Google Shape;645;g3daf0311381_0_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300" y="1577550"/>
            <a:ext cx="7755525" cy="5071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dc51a48e20_0_1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651" name="Google Shape;651;g3dc51a48e20_0_14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hybrids total catch data</a:t>
            </a:r>
            <a:endParaRPr/>
          </a:p>
        </p:txBody>
      </p:sp>
      <p:pic>
        <p:nvPicPr>
          <p:cNvPr id="652" name="Google Shape;652;g3dc51a48e20_0_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1200" y="1469875"/>
            <a:ext cx="8072559" cy="5235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dc51a48e20_0_3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658" name="Google Shape;658;g3dc51a48e20_0_35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hybrids retained catch data</a:t>
            </a:r>
            <a:endParaRPr/>
          </a:p>
        </p:txBody>
      </p:sp>
      <p:pic>
        <p:nvPicPr>
          <p:cNvPr id="659" name="Google Shape;659;g3dc51a48e20_0_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2813" y="1469875"/>
            <a:ext cx="8026372" cy="5235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dc51a48e20_0_2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665" name="Google Shape;665;g3dc51a48e20_0_21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hybrids total catch data</a:t>
            </a:r>
            <a:endParaRPr/>
          </a:p>
        </p:txBody>
      </p:sp>
      <p:pic>
        <p:nvPicPr>
          <p:cNvPr id="666" name="Google Shape;666;g3dc51a48e20_0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2625" y="1448325"/>
            <a:ext cx="8020413" cy="5235725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g3dc51a48e20_0_21"/>
          <p:cNvSpPr/>
          <p:nvPr/>
        </p:nvSpPr>
        <p:spPr>
          <a:xfrm>
            <a:off x="3660475" y="2325475"/>
            <a:ext cx="6342600" cy="915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68" name="Google Shape;668;g3dc51a48e20_0_21"/>
          <p:cNvSpPr/>
          <p:nvPr/>
        </p:nvSpPr>
        <p:spPr>
          <a:xfrm>
            <a:off x="2068775" y="3240475"/>
            <a:ext cx="4046400" cy="915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69" name="Google Shape;669;g3dc51a48e20_0_21"/>
          <p:cNvSpPr/>
          <p:nvPr/>
        </p:nvSpPr>
        <p:spPr>
          <a:xfrm>
            <a:off x="4805025" y="4140800"/>
            <a:ext cx="3840300" cy="822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70" name="Google Shape;670;g3dc51a48e20_0_21"/>
          <p:cNvSpPr txBox="1"/>
          <p:nvPr/>
        </p:nvSpPr>
        <p:spPr>
          <a:xfrm>
            <a:off x="10149150" y="2275075"/>
            <a:ext cx="1275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rPr>
              <a:t>directed fisheries closed</a:t>
            </a:r>
            <a:endParaRPr sz="1800">
              <a:solidFill>
                <a:srgbClr val="FF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71" name="Google Shape;671;g3dc51a48e20_0_21"/>
          <p:cNvSpPr/>
          <p:nvPr/>
        </p:nvSpPr>
        <p:spPr>
          <a:xfrm>
            <a:off x="4895875" y="5021317"/>
            <a:ext cx="1275300" cy="822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72" name="Google Shape;672;g3dc51a48e20_0_21"/>
          <p:cNvSpPr/>
          <p:nvPr/>
        </p:nvSpPr>
        <p:spPr>
          <a:xfrm>
            <a:off x="8622811" y="5029026"/>
            <a:ext cx="1275300" cy="822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g3dc51a48e20_0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2150" y="1418350"/>
            <a:ext cx="8274774" cy="5393075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g3dc51a48e20_0_4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679" name="Google Shape;679;g3dc51a48e20_0_42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hybrids retained catch data</a:t>
            </a:r>
            <a:endParaRPr/>
          </a:p>
        </p:txBody>
      </p:sp>
      <p:sp>
        <p:nvSpPr>
          <p:cNvPr id="680" name="Google Shape;680;g3dc51a48e20_0_42"/>
          <p:cNvSpPr/>
          <p:nvPr/>
        </p:nvSpPr>
        <p:spPr>
          <a:xfrm>
            <a:off x="2293750" y="2325475"/>
            <a:ext cx="7943100" cy="915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81" name="Google Shape;681;g3dc51a48e20_0_42"/>
          <p:cNvSpPr/>
          <p:nvPr/>
        </p:nvSpPr>
        <p:spPr>
          <a:xfrm>
            <a:off x="2217875" y="3240475"/>
            <a:ext cx="1362600" cy="915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82" name="Google Shape;682;g3dc51a48e20_0_42"/>
          <p:cNvSpPr/>
          <p:nvPr/>
        </p:nvSpPr>
        <p:spPr>
          <a:xfrm>
            <a:off x="2217875" y="4218000"/>
            <a:ext cx="3976200" cy="822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83" name="Google Shape;683;g3dc51a48e20_0_42"/>
          <p:cNvSpPr txBox="1"/>
          <p:nvPr/>
        </p:nvSpPr>
        <p:spPr>
          <a:xfrm>
            <a:off x="10230654" y="2275075"/>
            <a:ext cx="1275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rPr>
              <a:t>directed fisheries closed</a:t>
            </a:r>
            <a:endParaRPr sz="1800">
              <a:solidFill>
                <a:srgbClr val="FF0000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84" name="Google Shape;684;g3dc51a48e20_0_42"/>
          <p:cNvSpPr/>
          <p:nvPr/>
        </p:nvSpPr>
        <p:spPr>
          <a:xfrm>
            <a:off x="2217875" y="5102800"/>
            <a:ext cx="1362600" cy="822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85" name="Google Shape;685;g3dc51a48e20_0_42"/>
          <p:cNvSpPr/>
          <p:nvPr/>
        </p:nvSpPr>
        <p:spPr>
          <a:xfrm>
            <a:off x="6194124" y="5133825"/>
            <a:ext cx="1362600" cy="8223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686" name="Google Shape;686;g3dc51a48e20_0_42"/>
          <p:cNvSpPr txBox="1"/>
          <p:nvPr/>
        </p:nvSpPr>
        <p:spPr>
          <a:xfrm>
            <a:off x="10281100" y="1565425"/>
            <a:ext cx="160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rPr>
              <a:t>1997?</a:t>
            </a:r>
            <a:endParaRPr sz="18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daf0311381_0_11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692" name="Google Shape;692;g3daf0311381_0_114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estimated capture rates</a:t>
            </a:r>
            <a:endParaRPr/>
          </a:p>
        </p:txBody>
      </p:sp>
      <p:pic>
        <p:nvPicPr>
          <p:cNvPr id="693" name="Google Shape;693;g3daf0311381_0_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2114" y="1469875"/>
            <a:ext cx="4337478" cy="523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daf0311381_0_1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989" y="1469875"/>
            <a:ext cx="5265873" cy="5235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daf0311381_0_12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700" name="Google Shape;700;g3daf0311381_0_120"/>
          <p:cNvSpPr txBox="1">
            <a:spLocks noGrp="1"/>
          </p:cNvSpPr>
          <p:nvPr>
            <p:ph type="title"/>
          </p:nvPr>
        </p:nvSpPr>
        <p:spPr>
          <a:xfrm>
            <a:off x="774923" y="687475"/>
            <a:ext cx="10106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/>
              <a:t>Tanner crab model sensitivity runs: management quantities</a:t>
            </a:r>
            <a:endParaRPr/>
          </a:p>
        </p:txBody>
      </p:sp>
      <p:pic>
        <p:nvPicPr>
          <p:cNvPr id="701" name="Google Shape;701;g3daf0311381_0_120"/>
          <p:cNvPicPr preferRelativeResize="0"/>
          <p:nvPr/>
        </p:nvPicPr>
        <p:blipFill rotWithShape="1">
          <a:blip r:embed="rId3">
            <a:alphaModFix/>
          </a:blip>
          <a:srcRect r="12862" b="49311"/>
          <a:stretch/>
        </p:blipFill>
        <p:spPr>
          <a:xfrm>
            <a:off x="65681" y="1941300"/>
            <a:ext cx="5838069" cy="3670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g3daf0311381_0_120"/>
          <p:cNvPicPr preferRelativeResize="0"/>
          <p:nvPr/>
        </p:nvPicPr>
        <p:blipFill rotWithShape="1">
          <a:blip r:embed="rId3">
            <a:alphaModFix/>
          </a:blip>
          <a:srcRect t="50266" r="12388"/>
          <a:stretch/>
        </p:blipFill>
        <p:spPr>
          <a:xfrm>
            <a:off x="5903750" y="1941300"/>
            <a:ext cx="5982025" cy="3670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03" name="Google Shape;703;g3daf0311381_0_120"/>
          <p:cNvPicPr preferRelativeResize="0"/>
          <p:nvPr/>
        </p:nvPicPr>
        <p:blipFill rotWithShape="1">
          <a:blip r:embed="rId3">
            <a:alphaModFix/>
          </a:blip>
          <a:srcRect l="87112" t="69304" b="18589"/>
          <a:stretch/>
        </p:blipFill>
        <p:spPr>
          <a:xfrm>
            <a:off x="8817450" y="5691887"/>
            <a:ext cx="880025" cy="893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04" name="Google Shape;704;g3daf0311381_0_120"/>
          <p:cNvPicPr preferRelativeResize="0"/>
          <p:nvPr/>
        </p:nvPicPr>
        <p:blipFill rotWithShape="1">
          <a:blip r:embed="rId3">
            <a:alphaModFix/>
          </a:blip>
          <a:srcRect l="87741" t="18483" b="67486"/>
          <a:stretch/>
        </p:blipFill>
        <p:spPr>
          <a:xfrm>
            <a:off x="3014500" y="5612225"/>
            <a:ext cx="794249" cy="98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Macintosh PowerPoint</Application>
  <PresentationFormat>Widescreen</PresentationFormat>
  <Paragraphs>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Gill Sans</vt:lpstr>
      <vt:lpstr>Noto Sans Symbols</vt:lpstr>
      <vt:lpstr>Arial</vt:lpstr>
      <vt:lpstr>Verdana</vt:lpstr>
      <vt:lpstr>Dividend</vt:lpstr>
      <vt:lpstr>Hybrid topics</vt:lpstr>
      <vt:lpstr>Tanner crab model sensitivity runs</vt:lpstr>
      <vt:lpstr>Tanner crab model sensitivity runs: hybrids survey data</vt:lpstr>
      <vt:lpstr>Tanner crab model sensitivity runs: hybrids fishery data</vt:lpstr>
      <vt:lpstr>Tanner crab model sensitivity runs: hybrids total catch data</vt:lpstr>
      <vt:lpstr>Tanner crab model sensitivity runs: hybrids retained catch data</vt:lpstr>
      <vt:lpstr>Tanner crab model sensitivity runs: hybrids total catch data</vt:lpstr>
      <vt:lpstr>Tanner crab model sensitivity runs: hybrids retained catch data</vt:lpstr>
      <vt:lpstr>Tanner crab model sensitivity runs: estimated capture rates</vt:lpstr>
      <vt:lpstr>Tanner crab model sensitivity runs: management quantities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Sarah LaBelle</dc:creator>
  <cp:lastModifiedBy>William Stockhausen</cp:lastModifiedBy>
  <cp:revision>1</cp:revision>
  <dcterms:created xsi:type="dcterms:W3CDTF">2020-09-17T00:42:38Z</dcterms:created>
  <dcterms:modified xsi:type="dcterms:W3CDTF">2026-05-18T18:07:39Z</dcterms:modified>
</cp:coreProperties>
</file>