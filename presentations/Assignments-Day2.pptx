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0" r:id="rId2"/>
    <p:sldMasterId id="2147483674" r:id="rId3"/>
  </p:sldMasterIdLst>
  <p:notesMasterIdLst>
    <p:notesMasterId r:id="rId7"/>
  </p:notesMasterIdLst>
  <p:sldIdLst>
    <p:sldId id="256" r:id="rId4"/>
    <p:sldId id="808" r:id="rId5"/>
    <p:sldId id="81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3"/>
    <p:restoredTop sz="87729"/>
  </p:normalViewPr>
  <p:slideViewPr>
    <p:cSldViewPr snapToGrid="0" snapToObjects="1">
      <p:cViewPr varScale="1">
        <p:scale>
          <a:sx n="107" d="100"/>
          <a:sy n="107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69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2E994-B0ED-0A4E-A831-9F7B66D696A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A4D2B-9145-8640-AE21-E479860AD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3175-FB1A-78EF-D746-001F6F35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A9A85-06D7-FBA8-E195-1E21E9924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98F57-D469-F94A-155D-766C929AC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2F5F-46E6-7CFF-16D1-4F00439CC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8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E748-6B34-5842-28DE-6BB03535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72B97-F6A7-CFFA-CBA5-DDE61CDB9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3EBF9-8570-BEA3-DD08-45B5905F7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D6D8D-87C5-B946-B0D2-5E483D9F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9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2470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oats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62659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Turtl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91310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eafood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86468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ish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67852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Dark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651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BC3-F8B0-AB46-907C-AD258F35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0836-6EFD-9544-9200-5470F99F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1848-9FC8-AA44-A1AF-40D76470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5052-80B5-D141-90BA-19CA8E22EBC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FB5FD-7D8B-D045-92A0-F7EF5FC9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942A-35E5-DC4A-B220-4DA941DF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2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1" y="-24487"/>
            <a:ext cx="12184781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169"/>
            <a:ext cx="109728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23"/>
            <a:ext cx="109728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25423" y="-30696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200"/>
            <a:ext cx="109728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54"/>
            <a:ext cx="109728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6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8909" y="1141666"/>
            <a:ext cx="7313491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8910" y="2631404"/>
            <a:ext cx="7313489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55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NOAA-Fisheries-horizontal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2" y="6419089"/>
            <a:ext cx="2191920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4" y="6419089"/>
            <a:ext cx="2191917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9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alphaModFix amt="4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E1D0-11B8-8345-91DD-DA00A524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0094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Assignments: Day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B8582-F632-314D-8EF2-647B54A3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Stockhausen</a:t>
            </a:r>
          </a:p>
          <a:p>
            <a:r>
              <a:rPr lang="en-US" dirty="0"/>
              <a:t>AFSC/NMFS/NOAA</a:t>
            </a:r>
          </a:p>
        </p:txBody>
      </p:sp>
    </p:spTree>
    <p:extLst>
      <p:ext uri="{BB962C8B-B14F-4D97-AF65-F5344CB8AC3E}">
        <p14:creationId xmlns:p14="http://schemas.microsoft.com/office/powerpoint/2010/main" val="1493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6D48-3B59-9265-9F2E-A7650A38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9363A-B085-AB5E-B33D-C7707E5B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34023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/>
              <a:t>R/MB</a:t>
            </a:r>
            <a:endParaRPr lang="en-US" sz="3200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29C49-393B-D6EF-4E41-A9C0D22E8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1" y="1371713"/>
            <a:ext cx="5920674" cy="4337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5980A0-2D02-5FC0-5495-B5C3E244D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71713"/>
            <a:ext cx="6096000" cy="44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2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7F13-DF89-A3BD-4019-16EFAF44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11DBC-A3B0-F92C-7CC3-C3251DDD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34023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Simple catch limits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2D87E9-D34E-9B64-C4FE-6F54098213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98"/>
          <a:stretch>
            <a:fillRect/>
          </a:stretch>
        </p:blipFill>
        <p:spPr>
          <a:xfrm>
            <a:off x="1" y="1413130"/>
            <a:ext cx="5795158" cy="47805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71127C-8F6D-04AA-840D-6FBC2D5D9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506" y="1418549"/>
            <a:ext cx="6518493" cy="4775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9CCEC6-B2C9-E05B-6B2A-2D71913EABA5}"/>
                  </a:ext>
                </a:extLst>
              </p:cNvPr>
              <p:cNvSpPr txBox="1"/>
              <p:nvPr/>
            </p:nvSpPr>
            <p:spPr>
              <a:xfrm>
                <a:off x="4371072" y="664276"/>
                <a:ext cx="3449855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𝑙𝑖𝑚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𝑚𝑒𝑑𝐶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𝑚𝑒𝑑𝑀𝐵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𝑚𝑒𝑑𝑀𝐵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9CCEC6-B2C9-E05B-6B2A-2D71913EA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072" y="664276"/>
                <a:ext cx="3449855" cy="525913"/>
              </a:xfrm>
              <a:prstGeom prst="rect">
                <a:avLst/>
              </a:prstGeom>
              <a:blipFill>
                <a:blip r:embed="rId5"/>
                <a:stretch>
                  <a:fillRect l="-1471" t="-2381" r="-110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F8BDD7-851E-A435-EE6F-C1E192371FB4}"/>
              </a:ext>
            </a:extLst>
          </p:cNvPr>
          <p:cNvSpPr txBox="1"/>
          <p:nvPr/>
        </p:nvSpPr>
        <p:spPr>
          <a:xfrm>
            <a:off x="8265225" y="340233"/>
            <a:ext cx="24577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C1: total catch, </a:t>
            </a:r>
            <a:r>
              <a:rPr lang="en-US" dirty="0" err="1"/>
              <a:t>scl</a:t>
            </a:r>
            <a:r>
              <a:rPr lang="en-US" dirty="0"/>
              <a:t>=range</a:t>
            </a:r>
          </a:p>
          <a:p>
            <a:r>
              <a:rPr lang="en-US" dirty="0"/>
              <a:t>C2: total catch, </a:t>
            </a:r>
            <a:r>
              <a:rPr lang="en-US" dirty="0" err="1"/>
              <a:t>scl</a:t>
            </a:r>
            <a:r>
              <a:rPr lang="en-US" dirty="0"/>
              <a:t>=std dev</a:t>
            </a:r>
          </a:p>
          <a:p>
            <a:r>
              <a:rPr lang="en-US" dirty="0"/>
              <a:t>R1: ret. catch, </a:t>
            </a:r>
            <a:r>
              <a:rPr lang="en-US" dirty="0" err="1"/>
              <a:t>scl</a:t>
            </a:r>
            <a:r>
              <a:rPr lang="en-US" dirty="0"/>
              <a:t>=range</a:t>
            </a:r>
          </a:p>
          <a:p>
            <a:r>
              <a:rPr lang="en-US" dirty="0"/>
              <a:t>R2: ret. catch, </a:t>
            </a:r>
            <a:r>
              <a:rPr lang="en-US" dirty="0" err="1"/>
              <a:t>scl</a:t>
            </a:r>
            <a:r>
              <a:rPr lang="en-US" dirty="0"/>
              <a:t>=std dev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4036"/>
      </p:ext>
    </p:extLst>
  </p:cSld>
  <p:clrMapOvr>
    <a:masterClrMapping/>
  </p:clrMapOvr>
</p:sld>
</file>

<file path=ppt/theme/theme1.xml><?xml version="1.0" encoding="utf-8"?>
<a:theme xmlns:a="http://schemas.openxmlformats.org/drawingml/2006/main" name="NOAA_Fisheri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470F256F-5A14-804C-905B-CD7FB444AA38}"/>
    </a:ext>
  </a:extLst>
</a:theme>
</file>

<file path=ppt/theme/theme2.xml><?xml version="1.0" encoding="utf-8"?>
<a:theme xmlns:a="http://schemas.openxmlformats.org/drawingml/2006/main" name="NOAA Fisheries Content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3CE7A497-1B99-8F40-8A5A-0E3D0E28E34C}"/>
    </a:ext>
  </a:extLst>
</a:theme>
</file>

<file path=ppt/theme/theme3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1D527E59-2320-884A-9981-A0E29823F6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</Template>
  <TotalTime>19675</TotalTime>
  <Words>65</Words>
  <Application>Microsoft Macintosh PowerPoint</Application>
  <PresentationFormat>Widescreen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Narrow</vt:lpstr>
      <vt:lpstr>Calibri</vt:lpstr>
      <vt:lpstr>Cambria Math</vt:lpstr>
      <vt:lpstr>NOAA_Fisheries</vt:lpstr>
      <vt:lpstr>NOAA Fisheries Content Slides</vt:lpstr>
      <vt:lpstr>NOAA Divider Slides</vt:lpstr>
      <vt:lpstr>Assignments: Day 2</vt:lpstr>
      <vt:lpstr>R/MB</vt:lpstr>
      <vt:lpstr>Simple catch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Tanner Crab Stock Assessment</dc:title>
  <dc:creator>William Stockhausen</dc:creator>
  <cp:lastModifiedBy>William Stockhausen</cp:lastModifiedBy>
  <cp:revision>179</cp:revision>
  <cp:lastPrinted>2019-09-09T15:27:44Z</cp:lastPrinted>
  <dcterms:created xsi:type="dcterms:W3CDTF">2021-09-13T01:24:40Z</dcterms:created>
  <dcterms:modified xsi:type="dcterms:W3CDTF">2026-06-11T15:44:10Z</dcterms:modified>
</cp:coreProperties>
</file>