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  <p:sldMasterId id="2147483674" r:id="rId3"/>
  </p:sldMasterIdLst>
  <p:notesMasterIdLst>
    <p:notesMasterId r:id="rId8"/>
  </p:notesMasterIdLst>
  <p:sldIdLst>
    <p:sldId id="256" r:id="rId4"/>
    <p:sldId id="808" r:id="rId5"/>
    <p:sldId id="809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/>
    <p:restoredTop sz="87659"/>
  </p:normalViewPr>
  <p:slideViewPr>
    <p:cSldViewPr snapToGrid="0" snapToObjects="1">
      <p:cViewPr varScale="1">
        <p:scale>
          <a:sx n="107" d="100"/>
          <a:sy n="107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6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2E994-B0ED-0A4E-A831-9F7B66D696A3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4D2B-9145-8640-AE21-E479860AD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3175-FB1A-78EF-D746-001F6F351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9A85-06D7-FBA8-E195-1E21E992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98F57-D469-F94A-155D-766C929A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2F5F-46E6-7CFF-16D1-4F00439CC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8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F55A-E6CE-C7FC-2DFD-7777E035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A0FB6-3EB1-01DA-FC2C-11DF4F644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9952E-1788-7CE2-DC1C-40762B25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0039D-BD7B-A1B7-FA14-842D5C0D9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86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247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6265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91310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8646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785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5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BC3-F8B0-AB46-907C-AD258F35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836-6EFD-9544-9200-5470F99F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1848-9FC8-AA44-A1AF-40D76470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5052-80B5-D141-90BA-19CA8E22EBC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FB5FD-7D8B-D045-92A0-F7EF5FC9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942A-35E5-DC4A-B220-4DA941D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6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55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alphaModFix amt="4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E1D0-11B8-8345-91DD-DA00A524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Assignments: Day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8582-F632-314D-8EF2-647B54A3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William Stockhausen</a:t>
            </a:r>
          </a:p>
          <a:p>
            <a:r>
              <a:rPr lang="en-US" dirty="0"/>
              <a:t>AFSC/NMFS/NOAA</a:t>
            </a:r>
          </a:p>
        </p:txBody>
      </p:sp>
    </p:spTree>
    <p:extLst>
      <p:ext uri="{BB962C8B-B14F-4D97-AF65-F5344CB8AC3E}">
        <p14:creationId xmlns:p14="http://schemas.microsoft.com/office/powerpoint/2010/main" val="1493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6D48-3B59-9265-9F2E-A7650A38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79363A-B085-AB5E-B33D-C7707E5B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34023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/>
              <a:t>Pop biomass, catch mortality, exploitation rates (1)</a:t>
            </a:r>
            <a:endParaRPr lang="en-US" sz="32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044836-00FC-6579-4FEC-BDDAE259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9" y="1705302"/>
            <a:ext cx="5872327" cy="4292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2087ED-7599-EF55-14FA-42462C857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162" y="1705302"/>
            <a:ext cx="5872328" cy="4292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AB9E90-CF9A-8CBE-DC06-479941CA5D25}"/>
              </a:ext>
            </a:extLst>
          </p:cNvPr>
          <p:cNvSpPr txBox="1"/>
          <p:nvPr/>
        </p:nvSpPr>
        <p:spPr>
          <a:xfrm>
            <a:off x="3721817" y="1852551"/>
            <a:ext cx="1818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Pop biomass</a:t>
            </a:r>
          </a:p>
          <a:p>
            <a:r>
              <a:rPr lang="en-US" dirty="0">
                <a:solidFill>
                  <a:srgbClr val="92D050"/>
                </a:solidFill>
              </a:rPr>
              <a:t>total catch mortality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F5EB6-1769-D7FA-E41F-0F2DA5CDB957}"/>
              </a:ext>
            </a:extLst>
          </p:cNvPr>
          <p:cNvSpPr txBox="1"/>
          <p:nvPr/>
        </p:nvSpPr>
        <p:spPr>
          <a:xfrm>
            <a:off x="9942508" y="1852551"/>
            <a:ext cx="1871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Pop biomass</a:t>
            </a:r>
          </a:p>
          <a:p>
            <a:r>
              <a:rPr lang="en-US" dirty="0">
                <a:solidFill>
                  <a:srgbClr val="92D050"/>
                </a:solidFill>
              </a:rPr>
              <a:t>total catch mortality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615A9-2028-EF9A-0B7F-801ADF2FF629}"/>
              </a:ext>
            </a:extLst>
          </p:cNvPr>
          <p:cNvSpPr txBox="1"/>
          <p:nvPr/>
        </p:nvSpPr>
        <p:spPr>
          <a:xfrm>
            <a:off x="2339439" y="1246909"/>
            <a:ext cx="148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Tanner Crab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3C0A9-747F-7ECB-59C4-893EFE35CD8F}"/>
              </a:ext>
            </a:extLst>
          </p:cNvPr>
          <p:cNvSpPr txBox="1"/>
          <p:nvPr/>
        </p:nvSpPr>
        <p:spPr>
          <a:xfrm>
            <a:off x="8550234" y="1246909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Preferred Males</a:t>
            </a:r>
          </a:p>
        </p:txBody>
      </p:sp>
    </p:spTree>
    <p:extLst>
      <p:ext uri="{BB962C8B-B14F-4D97-AF65-F5344CB8AC3E}">
        <p14:creationId xmlns:p14="http://schemas.microsoft.com/office/powerpoint/2010/main" val="3663021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AFD6-BBC9-5DD1-F577-38D1ECBC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70CC96-DB56-1449-3E4E-188E844B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673" y="340233"/>
            <a:ext cx="8814415" cy="52039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</a:rPr>
              <a:t>Pop biomass, catch mortality, exploitation rates (2)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E05AE-8117-744A-DA2D-D844873D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62" y="1705302"/>
            <a:ext cx="5872328" cy="4292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E9558-88D7-B075-264A-97DF7FF8B1A3}"/>
              </a:ext>
            </a:extLst>
          </p:cNvPr>
          <p:cNvSpPr txBox="1"/>
          <p:nvPr/>
        </p:nvSpPr>
        <p:spPr>
          <a:xfrm>
            <a:off x="3721817" y="1852551"/>
            <a:ext cx="1818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Pop biomass</a:t>
            </a:r>
          </a:p>
          <a:p>
            <a:r>
              <a:rPr lang="en-US" dirty="0">
                <a:solidFill>
                  <a:srgbClr val="92D050"/>
                </a:solidFill>
              </a:rPr>
              <a:t>total catch mortality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829E2-B0FF-65FB-3C77-6B9710E5FBEA}"/>
              </a:ext>
            </a:extLst>
          </p:cNvPr>
          <p:cNvSpPr txBox="1"/>
          <p:nvPr/>
        </p:nvSpPr>
        <p:spPr>
          <a:xfrm>
            <a:off x="9942508" y="1852551"/>
            <a:ext cx="1871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Pop biomass</a:t>
            </a:r>
          </a:p>
          <a:p>
            <a:r>
              <a:rPr lang="en-US" dirty="0">
                <a:solidFill>
                  <a:srgbClr val="92D050"/>
                </a:solidFill>
              </a:rPr>
              <a:t>total catch mortality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1C462-7FE4-914E-FBAE-6BB622C9B16D}"/>
              </a:ext>
            </a:extLst>
          </p:cNvPr>
          <p:cNvSpPr txBox="1"/>
          <p:nvPr/>
        </p:nvSpPr>
        <p:spPr>
          <a:xfrm>
            <a:off x="2339439" y="1246909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Mature Males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B36E5-7FE6-9576-A79A-85EC35058899}"/>
              </a:ext>
            </a:extLst>
          </p:cNvPr>
          <p:cNvSpPr txBox="1"/>
          <p:nvPr/>
        </p:nvSpPr>
        <p:spPr>
          <a:xfrm>
            <a:off x="8550234" y="1246909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Preferred Males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3FCB7A-47B6-3151-E1DE-9F636E64C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73" y="1705302"/>
            <a:ext cx="5872328" cy="429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18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71" y="224849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Fits to NMFS Survey Biomass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692191-A042-A1DC-BC35-E58A26D05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7" y="745247"/>
            <a:ext cx="5128186" cy="5879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73EB06-868B-581F-DFE7-D57C003CA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21" y="1047817"/>
            <a:ext cx="1219200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666D8E-5920-A989-CDD9-84D76E5EF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841" y="1150813"/>
            <a:ext cx="6641131" cy="2278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399520-C547-1891-BDB3-2D7412B65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841" y="3951266"/>
            <a:ext cx="6647353" cy="243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70149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470F256F-5A14-804C-905B-CD7FB444AA38}"/>
    </a:ext>
  </a:extLst>
</a:theme>
</file>

<file path=ppt/theme/theme2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3CE7A497-1B99-8F40-8A5A-0E3D0E28E34C}"/>
    </a:ext>
  </a:extLst>
</a:theme>
</file>

<file path=ppt/theme/theme3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1D527E59-2320-884A-9981-A0E29823F6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</Template>
  <TotalTime>19666</TotalTime>
  <Words>75</Words>
  <Application>Microsoft Macintosh PowerPoint</Application>
  <PresentationFormat>Widescreen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Narrow</vt:lpstr>
      <vt:lpstr>Calibri</vt:lpstr>
      <vt:lpstr>NOAA_Fisheries</vt:lpstr>
      <vt:lpstr>NOAA Fisheries Content Slides</vt:lpstr>
      <vt:lpstr>NOAA Divider Slides</vt:lpstr>
      <vt:lpstr>Assignments: Day 1</vt:lpstr>
      <vt:lpstr>Pop biomass, catch mortality, exploitation rates (1)</vt:lpstr>
      <vt:lpstr>Pop biomass, catch mortality, exploitation rates (2)</vt:lpstr>
      <vt:lpstr>Fits to NMFS Survey Biomass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Tanner Crab Stock Assessment</dc:title>
  <dc:creator>William Stockhausen</dc:creator>
  <cp:lastModifiedBy>William Stockhausen</cp:lastModifiedBy>
  <cp:revision>178</cp:revision>
  <cp:lastPrinted>2019-09-09T15:27:44Z</cp:lastPrinted>
  <dcterms:created xsi:type="dcterms:W3CDTF">2021-09-13T01:24:40Z</dcterms:created>
  <dcterms:modified xsi:type="dcterms:W3CDTF">2026-06-11T17:19:21Z</dcterms:modified>
</cp:coreProperties>
</file>